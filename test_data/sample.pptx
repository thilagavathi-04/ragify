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RAG_AI — 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Retrieval-Augmented Generation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combines information retrieval with language model generation.</a:t>
            </a:r>
          </a:p>
          <a:p>
            <a:r>
              <a:t>It fetches relevant documents from a knowledge base.</a:t>
            </a:r>
          </a:p>
          <a:p>
            <a:r>
              <a:t>Then uses them as context to generate accurate responses.</a:t>
            </a:r>
          </a:p>
          <a:p>
            <a:r>
              <a:t>This reduces hallucination and improves factual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Unstructured: PDF, Word, PowerPoint, TXT, Markdown</a:t>
            </a:r>
          </a:p>
          <a:p>
            <a:r>
              <a:t>Semi-structured: HTML, JSON, XML, Email</a:t>
            </a:r>
          </a:p>
          <a:p>
            <a:r>
              <a:t>Structured: CSV, SQLite</a:t>
            </a:r>
          </a:p>
          <a:p>
            <a:r>
              <a:t>Media: Images (OCR), Audio (Whisper)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LLM: Ollama (local) + Groq (cloud)</a:t>
            </a:r>
          </a:p>
          <a:p>
            <a:r>
              <a:t>Embeddings: nomic-embed-text via Ollama</a:t>
            </a:r>
          </a:p>
          <a:p>
            <a:r>
              <a:t>Vector DB: FAISS</a:t>
            </a:r>
          </a:p>
          <a:p>
            <a:r>
              <a:t>UI: Streamlit</a:t>
            </a:r>
          </a:p>
          <a:p>
            <a:r>
              <a:t>API: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